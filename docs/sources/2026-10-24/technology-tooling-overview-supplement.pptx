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Technologie- &amp; Tooling-Übersicht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Ziel: reproduzierbare, getestete und sichere Software-Lieferkette</a:t>
            </a:r>
          </a:p>
          <a:p>
            <a:pPr>
              <a:defRPr sz="2000"/>
            </a:pPr>
            <a:r>
              <a:t>Einheitlicher Qualitätsrahmen über alle Sprachen</a:t>
            </a:r>
          </a:p>
          <a:p>
            <a:pPr>
              <a:defRPr sz="2000"/>
            </a:pPr>
            <a:r>
              <a:t>Build → Lint → Typcheck → Tests → Container → Security → Deployment</a:t>
            </a:r>
          </a:p>
          <a:p>
            <a:pPr>
              <a:defRPr sz="2000"/>
            </a:pPr>
            <a:r>
              <a:t>CI beschleunigt Feedback; CD trennt Deployment sauber 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/ TypeScript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Runtime: Node.js oder Bun; Paketmanager: pnpm</a:t>
            </a:r>
          </a:p>
          <a:p>
            <a:pPr>
              <a:defRPr sz="2000"/>
            </a:pPr>
            <a:r>
              <a:t>Sprache: TypeScript; Typprüfung: tsc</a:t>
            </a:r>
          </a:p>
          <a:p>
            <a:pPr>
              <a:defRPr sz="2000"/>
            </a:pPr>
            <a:r>
              <a:t>Build &amp; Vorschau: Vite mit Hot Module Replacement</a:t>
            </a:r>
          </a:p>
          <a:p>
            <a:pPr>
              <a:defRPr sz="2000"/>
            </a:pPr>
            <a:r>
              <a:t>Qualität: Biome oder ESLint + Prettier</a:t>
            </a:r>
          </a:p>
          <a:p>
            <a:pPr>
              <a:defRPr sz="2000"/>
            </a:pPr>
            <a:r>
              <a:t>Tests: Vitest, Playwright für End-to-End</a:t>
            </a:r>
          </a:p>
          <a:p>
            <a:pPr>
              <a:defRPr sz="2000"/>
            </a:pPr>
            <a:r>
              <a:t>APIs: Hono, Fastify oder NestJS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Integrierte Toolchain: Build, Module, Tests, Formatter</a:t>
            </a:r>
          </a:p>
          <a:p>
            <a:pPr>
              <a:defRPr sz="2000"/>
            </a:pPr>
            <a:r>
              <a:t>Qualität: gofmt, goimports, go vet, staticcheck, golangci-lint</a:t>
            </a:r>
          </a:p>
          <a:p>
            <a:pPr>
              <a:defRPr sz="2000"/>
            </a:pPr>
            <a:r>
              <a:t>Tests: go test, Race-Detector, Coverage</a:t>
            </a:r>
          </a:p>
          <a:p>
            <a:pPr>
              <a:defRPr sz="2000"/>
            </a:pPr>
            <a:r>
              <a:t>Web/APIs: Standard Library, Chi oder Echo</a:t>
            </a:r>
          </a:p>
          <a:p>
            <a:pPr>
              <a:defRPr sz="2000"/>
            </a:pPr>
            <a:r>
              <a:t>Stark für CLI-Tools, Netzwerkdienste und Cloud-native Anwendungen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Toolchain: rustup, Cargo, rustfmt, Clippy</a:t>
            </a:r>
          </a:p>
          <a:p>
            <a:pPr>
              <a:defRPr sz="2000"/>
            </a:pPr>
            <a:r>
              <a:t>Schnelle Typprüfung: cargo check</a:t>
            </a:r>
          </a:p>
          <a:p>
            <a:pPr>
              <a:defRPr sz="2000"/>
            </a:pPr>
            <a:r>
              <a:t>Tests: cargo test für Unit-, Integrations- und Doc-Tests</a:t>
            </a:r>
          </a:p>
          <a:p>
            <a:pPr>
              <a:defRPr sz="2000"/>
            </a:pPr>
            <a:r>
              <a:t>Web: Axum oder Actix Web; Async: Tokio</a:t>
            </a:r>
          </a:p>
          <a:p>
            <a:pPr>
              <a:defRPr sz="2000"/>
            </a:pPr>
            <a:r>
              <a:t>Kohärente Bordmittel reduzieren Tooling-Komplexität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/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Compiler: GCC oder Clang</a:t>
            </a:r>
          </a:p>
          <a:p>
            <a:pPr>
              <a:defRPr sz="2000"/>
            </a:pPr>
            <a:r>
              <a:t>Build: CMake; Pakete: vcpkg oder Conan</a:t>
            </a:r>
          </a:p>
          <a:p>
            <a:pPr>
              <a:defRPr sz="2000"/>
            </a:pPr>
            <a:r>
              <a:t>Qualität: clang-format, clang-tidy, cppcheck</a:t>
            </a:r>
          </a:p>
          <a:p>
            <a:pPr>
              <a:defRPr sz="2000"/>
            </a:pPr>
            <a:r>
              <a:t>Laufzeitanalyse: AddressSanitizer, UBSanitizer</a:t>
            </a:r>
          </a:p>
          <a:p>
            <a:pPr>
              <a:defRPr sz="2000"/>
            </a:pPr>
            <a:r>
              <a:t>Tests: GoogleTest, Catch2, CTest; Coverage mit gcov/lcov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Shell, SQL &amp; IaC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Bash: ShellCheck, shfmt, Bats</a:t>
            </a:r>
          </a:p>
          <a:p>
            <a:pPr>
              <a:defRPr sz="2000"/>
            </a:pPr>
            <a:r>
              <a:t>PowerShell: PSScriptAnalyzer, Pester</a:t>
            </a:r>
          </a:p>
          <a:p>
            <a:pPr>
              <a:defRPr sz="2000"/>
            </a:pPr>
            <a:r>
              <a:t>SQL: PostgreSQL/SQLite, SQLFluff, Migrationen, EXPLAIN ANALYZE</a:t>
            </a:r>
          </a:p>
          <a:p>
            <a:pPr>
              <a:defRPr sz="2000"/>
            </a:pPr>
            <a:r>
              <a:t>Docker: Multi-Stage Builds, Hadolint, Trivy</a:t>
            </a:r>
          </a:p>
          <a:p>
            <a:pPr>
              <a:defRPr sz="2000"/>
            </a:pPr>
            <a:r>
              <a:t>Kubernetes: kind/k3d, Kustomize/Helm, kubeconform, Kyverno</a:t>
            </a:r>
          </a:p>
          <a:p>
            <a:pPr>
              <a:defRPr sz="2000"/>
            </a:pPr>
            <a:r>
              <a:t>Terraform: fmt, validate, tflint, Checkov, Remote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CI/CD: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Trigger: Pull Requests und Push auf main</a:t>
            </a:r>
          </a:p>
          <a:p>
            <a:pPr>
              <a:defRPr sz="2000"/>
            </a:pPr>
            <a:r>
              <a:t>Jobs parallel: Lint, Test, Build</a:t>
            </a:r>
          </a:p>
          <a:p>
            <a:pPr>
              <a:defRPr sz="2000"/>
            </a:pPr>
            <a:r>
              <a:t>setup-go mit Modul-Caching über go.sum</a:t>
            </a:r>
          </a:p>
          <a:p>
            <a:pPr>
              <a:defRPr sz="2000"/>
            </a:pPr>
            <a:r>
              <a:t>golangci-lint vor Tests für schnelles Feedback</a:t>
            </a:r>
          </a:p>
          <a:p>
            <a:pPr>
              <a:defRPr sz="2000"/>
            </a:pPr>
            <a:r>
              <a:t>go test -race -coverprofile für Qualität</a:t>
            </a:r>
          </a:p>
          <a:p>
            <a:pPr>
              <a:defRPr sz="2000"/>
            </a:pPr>
            <a:r>
              <a:t>Build-Artefakt wird für Container oder Release verwendet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CI/CD: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Trigger: Pull Requests und Push auf main</a:t>
            </a:r>
          </a:p>
          <a:p>
            <a:pPr>
              <a:defRPr sz="2000"/>
            </a:pPr>
            <a:r>
              <a:t>Jobs: Format, Clippy, Tests, Release-Build</a:t>
            </a:r>
          </a:p>
          <a:p>
            <a:pPr>
              <a:defRPr sz="2000"/>
            </a:pPr>
            <a:r>
              <a:t>Cargo-Cache anhand von Cargo.lock</a:t>
            </a:r>
          </a:p>
          <a:p>
            <a:pPr>
              <a:defRPr sz="2000"/>
            </a:pPr>
            <a:r>
              <a:t>cargo clippy mit -D warnings erzwingt Qualität</a:t>
            </a:r>
          </a:p>
          <a:p>
            <a:pPr>
              <a:defRPr sz="2000"/>
            </a:pPr>
            <a:r>
              <a:t>cargo test --all-features --workspace</a:t>
            </a:r>
          </a:p>
          <a:p>
            <a:pPr>
              <a:defRPr sz="2000"/>
            </a:pPr>
            <a:r>
              <a:t>Release-Binary als Artifact für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Multi-Stage Builds: Build-Tools bleiben außerhalb des Runtime-Images</a:t>
            </a:r>
          </a:p>
          <a:p>
            <a:pPr>
              <a:defRPr sz="2000"/>
            </a:pPr>
            <a:r>
              <a:t>Basis-Images pinnen, minimale Images verwenden</a:t>
            </a:r>
          </a:p>
          <a:p>
            <a:pPr>
              <a:defRPr sz="2000"/>
            </a:pPr>
            <a:r>
              <a:t>Non-Root-User, .dockerignore, optimierte Layer-Reihenfolge</a:t>
            </a:r>
          </a:p>
          <a:p>
            <a:pPr>
              <a:defRPr sz="2000"/>
            </a:pPr>
            <a:r>
              <a:t>Keine Secrets in Images oder Git</a:t>
            </a:r>
          </a:p>
          <a:p>
            <a:pPr>
              <a:defRPr sz="2000"/>
            </a:pPr>
            <a:r>
              <a:t>Image-Scans mit Trivy oder Grype in CI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Resource Requests und Limits definieren</a:t>
            </a:r>
          </a:p>
          <a:p>
            <a:pPr>
              <a:defRPr sz="2000"/>
            </a:pPr>
            <a:r>
              <a:t>Readiness- und Liveness-Probes konfigurieren</a:t>
            </a:r>
          </a:p>
          <a:p>
            <a:pPr>
              <a:defRPr sz="2000"/>
            </a:pPr>
            <a:r>
              <a:t>Feste Image-Tags statt latest</a:t>
            </a:r>
          </a:p>
          <a:p>
            <a:pPr>
              <a:defRPr sz="2000"/>
            </a:pPr>
            <a:r>
              <a:t>SecurityContext härten: Non-Root, keine Privilegien, read-only Root-FS</a:t>
            </a:r>
          </a:p>
          <a:p>
            <a:pPr>
              <a:defRPr sz="2000"/>
            </a:pPr>
            <a:r>
              <a:t>Manifeste validieren: kubeconform, kube-linter, helm lint</a:t>
            </a:r>
          </a:p>
          <a:p>
            <a:pPr>
              <a:defRPr sz="2000"/>
            </a:pPr>
            <a:r>
              <a:t>Policies mit Kyverno oder OPA/Gatekeeper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Qualitäts-Checkliste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Formatierung und Linting automatisiert</a:t>
            </a:r>
          </a:p>
          <a:p>
            <a:pPr>
              <a:defRPr sz="2000"/>
            </a:pPr>
            <a:r>
              <a:t>Tests lokal und in CI; Coverage sichtbar</a:t>
            </a:r>
          </a:p>
          <a:p>
            <a:pPr>
              <a:defRPr sz="2000"/>
            </a:pPr>
            <a:r>
              <a:t>Lockfiles und pinnte Versionen</a:t>
            </a:r>
          </a:p>
          <a:p>
            <a:pPr>
              <a:defRPr sz="2000"/>
            </a:pPr>
            <a:r>
              <a:t>Container minimal, gescannt und ohne Secrets</a:t>
            </a:r>
          </a:p>
          <a:p>
            <a:pPr>
              <a:defRPr sz="2000"/>
            </a:pPr>
            <a:r>
              <a:t>Kubernetes mit Probes, Limits und SecurityContext</a:t>
            </a:r>
          </a:p>
          <a:p>
            <a:pPr>
              <a:defRPr sz="2000"/>
            </a:pPr>
            <a:r>
              <a:t>IaC validiert, gescannt und mit Remote-State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